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brand, not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Available vs Vision crisp for tender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Capability within fleet register — not a consumer rental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numbers indicative unless commercial team supplies a rate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ask — pilot or investment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pic>
        <p:nvPicPr>
          <p:cNvPr id="5" name="Image 0" descr="/Users/alirazatahir/Projects/Sheikh-Travel-System/docs/presentation/flagship/assets/sheikhgo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82880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AI Fleet Operations Platform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Generation Intelligent Fleet Ecosystem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Government · Investors · Logistics · Fleet Operators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Travel Group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0" y="6217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Vision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97280"/>
            <a:ext cx="539496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5394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going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fleet and travel operations ERP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GPS, maintenance, notifications, compliance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command center plus mobile field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for regional operators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decisioning across the fleet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and fleet health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dispatch, managers, and executives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with Vision 2030 ambition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surfaces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613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613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329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Shared-schema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6329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506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506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222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3222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6399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6399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0115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33172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is a multi-tenant Fleet and Travel Operations Platform — not a single-purpose GPS tool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office (Angular ERP) and road (Flutter apps) on a shared ASP.NET Core API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pillars live today — fleet, GPS (Traccar), maintenance, bookings, notifications, security and audit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is the next-generation differentiator — Settings and Copilot hooks exist; full engines are Vision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enterprise tenants, government-grade control, and regional scale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Vision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9496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394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fleet and travel operators a single intelligent system for vehicles, drivers, trips, and customers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WhatsApp, spreadsheets, and fragmented GPS with structured, auditable operations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realtime visibility from the office to the road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leading AI Fleet Operations Platform for South Asia, the GCC, and emerging markets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notification, trip, and maintenance event into actionable intelligence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safer fleets, lower cost-per-km, and executive-grade decision support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SheikhGo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— fleet, travel, GPS, maintenance, and notifications in one tenant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Role-first design — Super Admin, Tenant Admin, Fleet, Dispatcher, Driver Manager, Driver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foundations — JWT permissions, audit center, security settings, multi-branch scoping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Field-ready mobile — trips, GPS, attendance, fuel, inspections, SOS, offline sync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AI roadmap — evolve Notification Center and dashboards into a true intelligence layer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fit — EN/AR readiness and operator workflows for Pakistan and GCC markets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Fleet Management Market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$24–45B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(2025)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varies by report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2613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613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329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11–19%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6329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CAGR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6329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early 2030s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506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222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3222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(2025)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222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6399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399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115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· AI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0115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0115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compliance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2560320"/>
            <a:ext cx="11155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driven by telematics, IoT, fuel optimization, and regulatory compliance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among the fastest-growing regions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platforms capturing share from hardware-only tracking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1264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ranges — TBRC/GII, Data Bridge, Fortune Business Insights, Maximize, Research Nester (2025–2026).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&amp; GCC Opportunity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97280"/>
            <a:ext cx="539496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5394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signals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SheikhGo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fleet management software ~$1.9B (2025, indicative)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software market ~$0.77B (2025, indicative)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tracking mandates and smart-city logistics programs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oil and gas, construction, and logistics fleets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multi-tenant SaaS with strong admin and audit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for platforms that unify ops — not GPS alone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Arabic-ready UX and regional operator workflows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opportunity with tracker manufacturers and telcos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1264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Fortune Business Insights MEA/GCC software estimates (2025).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Market Opportunity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613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613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329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compliance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6329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trigger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506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506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222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ops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3222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fit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63990" y="100584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63990" y="100584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120700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expand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01150" y="160020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33172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in logistics, fleet rental, corporate transport, and intercity travel operators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tooling today — WhatsApp dispatch, Excel compliance, basic GPS portals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appetite for integrated ERP-style fleet systems with local support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become the default operations platform for mid-to-large fleets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beachhead before GCC and wider South Asia expansion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in Transportation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moving from voice/chat dispatch to structured bookings and trip lifecycle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of fuel, inspections, attendance, and document compliance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maps and geofences becoming table stakes for enterprise buyers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and role-based access required for corporate and government tenders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field execution expected alongside a web command center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Fleet Management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97280"/>
            <a:ext cx="539496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5394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direction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posture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→ prioritized, contextual notifications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 → predictive work orders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reports → recommendation-driven ops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dispatch → assisted assignment and ETA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 shipped today (Available)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Settings and Copilot client hooks (Partial)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Engine, Health Score, Predictive Maintenance (Vision)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 across fleet events (Vision)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Opportunity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 platform subscription — not a tracker SKU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wallet share with modules — GPS, maintenance, travel, AI add-ons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operators, rental companies, corporates, and government fleets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GPS manufacturers as the intelligence layer above hardware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durable SaaS revenue with multi-tenant deployment and professional services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Industry Problems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9496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394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today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SheikhGo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phone dispatch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vehicle and driver lists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GPS portals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fuel and inspection records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change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without prioritization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bookings and trip lifecycle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and drivers in ERP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and geofences in the same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evidence with photos and audit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Audit Center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 with retention and channels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Overload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systems generate high volumes of speed, geofence, ignition, and device alerts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priority and context, managers ignore or mute channels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safety events get buried under routine noise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ships a Notification Center with preferences, templates, and lifecycle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— AI Smart Notification Engine that scores, suppresses, and escalates intelligently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Fleet Costs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idle loss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waste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613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613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329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repair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6329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506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licenses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3222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399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6399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115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0115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leakage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560320"/>
            <a:ext cx="11155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maintenance, insurance, and idle time dominate cost-per-km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unified data makes savings hard to prove to finance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and KPI-driven ops (Vision) amplify savings already available from visibility today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attendance, fuel logging, and compliance still rely on human chasing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disputes increase without digital evidence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fleet size without process redesign multiplies chaos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digitizes core workflows on web and mobile — foundation for automation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regional GPS tools stop at maps and raw alerts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platforms connect maintenance, drivers, trips, and notifications into one intelligence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lack a fleet health score and prioritized recommendations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AI roadmap closes this gap on top of a real operations backbone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Gaps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9496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394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 for SheikhGo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Samsara / Motive — strong telematics, global enterprise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Connect — mature North American footprint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Fleetio — maintenance-centric software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Traccar — open GPS engine (hardware-agnostic)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travel, fleet, bookings, and ERP admin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 built for regional operators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Government-friendly audit and RBAC depth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as product story — not bolt-on analytics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Partner-ready above Traccar and device OEMs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80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Command Center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280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· MediatR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12801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280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Driver · Fleet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Redis*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Traccar GPS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/ SMTP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Redis optional — fail-open cache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web command center (Angular)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API — MediatR, Dapper, SQL Server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apps — Driver and Fleet field execution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Traccar GPS · SignalR realtime · optional Redis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inventory, register wizard, documents, GPS binding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inventory, licenses, assignments, incidents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 with KPIs and attention widgets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inspections foundation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department scoping for multi-site operators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lifecycle supports rental and ops fleets in one register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and availability visible to dispatch and managers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compliance tracking for rental readiness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toward dedicated rental commercial modules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Transport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routes, bookings, and payments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flows and invoice-related UI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lifecycle connected to vehicles and drivers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logs and driver allowance rules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export patterns (Excel / PDF)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with vehicle focus and history playback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analytics, filters, KPIs, export, and route replay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register, install, transfer, and commands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Geofences with map editing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GPS analytics / report schedules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Traccar integration with adaptive sync and SignalR-primary clients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Management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profiles, licenses, documents, and status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board / calendar to vehicles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driver app — trips, attendance, fuel, inspections, SOS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Manager hub — ranking, performance, violations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EN/AR i18n and offline outbox for field reliability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requests, work orders, schedules,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inventory — stock, issue, transfer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and vendors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reports catalog, preview, and schedule dialogs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predictive maintenance (Vision)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67665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· Notifications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1783080"/>
            <a:ext cx="630936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783080"/>
            <a:ext cx="109728" cy="77724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8928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1671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· Vehicle 42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697480"/>
            <a:ext cx="630936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697480"/>
            <a:ext cx="109728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8072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0815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exit · Depot 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11880"/>
            <a:ext cx="630936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611880"/>
            <a:ext cx="109728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721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959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#118 scheduled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630936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526280"/>
            <a:ext cx="109728" cy="7772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6360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9103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offline recovered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1051560"/>
            <a:ext cx="420624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051560"/>
            <a:ext cx="420624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26680" y="178308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inbox with tabs, compose, preferences, templates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realtime delivery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channel (SMTP) and dispatch worker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archive, and soft-delete lifecycle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Push / WhatsApp — config-gated / evolving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Notification Engine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16459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45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Maint · Trips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6459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645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· Context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4920" y="16459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645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· Dedupe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16459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645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Channel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1645920"/>
            <a:ext cx="210312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1645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· Inbox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events from GPS, maintenance, trips, and security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severity, suppress duplicates, escalate by role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channels by preference and urgency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atop today’s Notification Center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Engine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· Driver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Maint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46304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14630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6304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· Coach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fleet signals into recommended 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dispatch, maintenance, and compliance next steps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for managers and auditors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Intelligence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Utilization, idle, route efficiency, and cost signals in one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lists for vehicles needing intervention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insights — GPS × maintenance × trips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executive dashboards and Copilot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Intelligence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performance scoring from trips and violations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prompts for Driver Managers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and compliance risk forecasting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 metrics for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8288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828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828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828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0" y="18288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8288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/ Shop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service history, odometer, and fault patterns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work orders before failures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parts and workshop load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shipped maintenance module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 Score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716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Health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100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32004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2004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Health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5440" y="32004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2004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0–100 score per vehicle and fleet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compliance, maintenance, GPS health, and utilization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health widgets exist on mobile Command Dashboard today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scoring engine remains Vision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67665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· Copilot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1828800"/>
            <a:ext cx="612648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0574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vehicles need maintenance this week?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108960"/>
            <a:ext cx="6126480" cy="2011680"/>
          </a:xfrm>
          <a:prstGeom prst="roundRect">
            <a:avLst>
              <a:gd name="adj" fmla="val 2727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9184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7 vehicles show elevated risk — 3 overdue service, 2 high idle + fault history, 2 license/compliance flags. Open Work Orders?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1051560"/>
            <a:ext cx="420624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051560"/>
            <a:ext cx="420624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178308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for fleet questions and next 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AI chat client and ERP AI hooks already present (Partial)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from tenant fleet data — not generic chat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— dispatcher vs executive vs driver manager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 Center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67665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· Ai Center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178308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40480" y="178308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toggles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338328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40480" y="3383280"/>
            <a:ext cx="292608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98080" y="1051560"/>
            <a:ext cx="420624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051560"/>
            <a:ext cx="420624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26680" y="178308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providers, capabilities, and guardrails (Settings → AI exists)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model usage, recommendation acceptance, and alert quality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Tenant-level enablement for enterprise control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AI-assisted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Engine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8288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182880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Tenant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from accepted / rejected recommendations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learning with privacy boundaries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notification scoring and maintenance forecasts over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 for enterprise trust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3566160" cy="64008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Settings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client hooks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AI blurbs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188720"/>
            <a:ext cx="356616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 scoring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v1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grounded Q&amp;A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risk flags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WO generation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briefings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80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Command Center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280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· MediatR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12801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280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Driver · Fleet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Redis*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Traccar GPS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30175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/ SMTP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Redis optional — fail-open cache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SheikhGo ERP / Mobile → HTTPS API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Redis (optional, fail-open) · Traccar · SMTP / channels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for notifications and GPS-related realtime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(.NET)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" y="128016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2801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ERP / Mobile / API Controllers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19456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1945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MediatR Handlers · Use Cases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10896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1089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— Fleet · GPS · Notifications · Tenancy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4023360"/>
            <a:ext cx="941832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02336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— SQL · Dapper · Traccar · Redis · SMTP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API with MediatR handlers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data access and clear module boundaries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Domain-aligned fleet, GPS, notifications, platform admin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coding standards and PR quality bars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Roadmap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3566160" cy="64008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module boundaries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tenancy and auth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188720"/>
            <a:ext cx="356616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high-load GPS ingest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notification workers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 services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 cadence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Deployment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Edge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/ Containers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 .NET stack for App Service / containers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Redis, storage, and Key Vault patterns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 for UAT and production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sovereign / government cloud placements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fine-grained permissions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Center — password age, lockout, session idle, audit level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Center — searchable events, retention, CSV export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on shared-schema TenantId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templates for platform and fleet personas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Design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0" y="12344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344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Fleet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Notifications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isolation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286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Fleet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Notifications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isolation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2860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286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 · Fleet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Notifications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isolation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Shared-schema multi-tenancy with TenantId isolation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provisioning — profile, branding, billing fields, logo/slug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features, and subscriptions at platform level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department scoping inside a tenant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Architecture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77440" y="2011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38160" y="2011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2331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58400" y="201168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20116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0" y="356616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5661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realtime  ·  Email SMTP  ·  Retention / Archive jobs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→ preferences → dispatch worker → channels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hub for in-app realtime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via SMTP; SMS/Push/WhatsApp gated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 and cleanup job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path into AI Smart Notification Engine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Architecture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· Fleet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shells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outbox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/ FCM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Layer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Biometrics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· EN/AR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builds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Driver and Fleet apps on shared production API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refresh, RBAC shells, role-first navigation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offline outbox, SignalR, FCM, biometric lock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EN/AR i18n; store release assets and checklists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67665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· Analytics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862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Open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108960"/>
            <a:ext cx="6309360" cy="246888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233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Stylized analytics canvas — live charts in product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1051560"/>
            <a:ext cx="420624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1051560"/>
            <a:ext cx="420624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26680" y="178308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Fleet, GPS, trip, and maintenance analytics surfaces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KPIs, and export patterns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schedules for recurring stakeholder packs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67665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143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· Kpi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862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78308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Open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108960"/>
            <a:ext cx="6309360" cy="246888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233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Stylized analytics canvas — live charts in product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1051560"/>
            <a:ext cx="4206240" cy="49377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1051560"/>
            <a:ext cx="420624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26680" y="178308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active, trips, alerts, maintenance backlog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widgets on web and mobile Command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lists for vehicles needing action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fuel, idle, and maintenance spend drivers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 with trip analytics and geofence discipline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inspections and documents to cut compliance risk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recommendations prioritize highest-ROI interventions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PDF export patterns across fleet and ops modules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GPS and maintenance report packs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exports for governance and tenders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narrative — pair with flagship KPIs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actions — maintain, reassign, coach, investigate alert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Fleet Health Score and notification priority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tracking feeds the Learning Engine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recommendation surfaces exist on dashboards today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SaaS by fleet size and module pack (Core Ops · GPS · Maintenance · AI)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 / per-tenant hybrid pricing for mid-market and enterprise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training professional services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premium support and dedicated environments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and distribution fleets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and transport operators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rental companies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and industrial fleets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municipal transport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tracker manufacturers seeking a software layer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seats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613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613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329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6329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506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222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3222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399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6399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115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/ telco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0115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560320"/>
            <a:ext cx="11155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Core Ops + GPS; expand into Maintenance and AI Vision packs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enterprise agreements for government and large logistics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revenue with device OEMs and system integrators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Comparison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0972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94960" cy="10972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097280"/>
            <a:ext cx="539496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telematics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advantage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hardware and camera ecosystems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 NA / EU enterprises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and complexity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travel/booking ERP depth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fleet and travel operations ERP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regional SaaS design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Traccar-friendly / OEM-agnostic GPS layer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AI roadmap on a shipped backbone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for Pakistan → GCC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SheikhGo Wins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reframe — AI Fleet Operations Platform, not GPS software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— admin, ops, GPS, maintenance, notifications, mobile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— audit, RBAC, security settings for enterprise buyers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— Available today, Vision AI as credible roadmap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— built for operators who need local fit and full ops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 Customers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30–50%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 priority (Vision)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2613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613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329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5–15%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6329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idle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6329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visibility and discipline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506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222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20–40%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3222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222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workflows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63990" y="1097280"/>
            <a:ext cx="264033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3990" y="1097280"/>
            <a:ext cx="2640330" cy="73152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1150" y="1298448"/>
            <a:ext cx="2366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targeted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01150" y="1691640"/>
            <a:ext cx="23660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01150" y="1920240"/>
            <a:ext cx="23660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path (Vision)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2560320"/>
            <a:ext cx="11155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combines Available process gains with Vision intelligence upside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measurement plan — baseline 30 days, then module expansion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" y="61264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ranges for business cases — validate per fleet during discovery.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as the default intelligent fleet OS for regional operators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embedded in every manager and executive workflow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and health scores as standard operating practice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OEM and government partnerships across South Asia and the GCC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deepen Pakistan reference fleets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GCC enterprise and government programs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wider emerging markets with partner-led delivery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Localization, compliance packs, and sovereign cloud options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Ecosystem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0" y="12801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80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Control Plane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Fabric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Ops · Mobile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468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· Notify · Learn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Dashboards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fabric from GPS, ops, maintenance, and mobile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notification, and learning services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and Management Center as control planes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models and industry datasets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3566160" cy="64008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Available platform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 v1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v1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grounded answers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188720"/>
            <a:ext cx="356616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Flutter role shells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OEM packs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1887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205740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Engine at scale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extraction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government suites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APIs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509760" y="256032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0" y="256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/ Next-Gen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Category-defining product in a high-growth fleet software market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multi-tenant platform reduces build risk vs pure greenfield AI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expansion path — modules, AI packs, geography, partners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— AI engines, enterprise sales, GCC GTM, scale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pic>
        <p:nvPicPr>
          <p:cNvPr id="4" name="Image 0" descr="/Users/alirazatahir/Projects/Sheikh-Travel-System/docs/presentation/flagship/assets/sheikhgo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8288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AI Fleet Operations Platform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 Travel Group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office on the web. Run the road on mobile. Grow with Vision AI.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— discovery workshop · pilot tenant · executive briefing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SheikhGo  ·  Sheikh Travel Group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41280" y="6492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SheikhGo AI Fleet Operations Platform</dc:title>
  <dc:subject>The Next Generation Intelligent Fleet Ecosystem</dc:subject>
  <dc:creator>Sheikh Travel Group</dc:creator>
  <cp:lastModifiedBy>Sheikh Travel Group</cp:lastModifiedBy>
  <cp:revision>1</cp:revision>
  <dcterms:created xsi:type="dcterms:W3CDTF">2026-07-26T10:28:47Z</dcterms:created>
  <dcterms:modified xsi:type="dcterms:W3CDTF">2026-07-26T10:28:47Z</dcterms:modified>
</cp:coreProperties>
</file>